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84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5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1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59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189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87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79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75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76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95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7E2CC-0A24-4DC8-9915-C66237FC7B6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F5F2D-E5E1-4C47-B6ED-C0F3E51F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18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4A2A9932-E371-3899-E97A-77AC8F0DAC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06" t="7070" r="9262" b="2729"/>
          <a:stretch/>
        </p:blipFill>
        <p:spPr>
          <a:xfrm>
            <a:off x="282302" y="6409"/>
            <a:ext cx="8591678" cy="6851591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1569B1C-646E-F799-8E16-5944BCBD18B5}"/>
              </a:ext>
            </a:extLst>
          </p:cNvPr>
          <p:cNvCxnSpPr>
            <a:cxnSpLocks/>
          </p:cNvCxnSpPr>
          <p:nvPr/>
        </p:nvCxnSpPr>
        <p:spPr>
          <a:xfrm flipH="1">
            <a:off x="1894372" y="403716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8CF7185-F5E3-C391-48BA-D12FD2288522}"/>
              </a:ext>
            </a:extLst>
          </p:cNvPr>
          <p:cNvCxnSpPr>
            <a:cxnSpLocks/>
          </p:cNvCxnSpPr>
          <p:nvPr/>
        </p:nvCxnSpPr>
        <p:spPr>
          <a:xfrm flipH="1">
            <a:off x="2597150" y="269052"/>
            <a:ext cx="231371" cy="2749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B8B2CFD-6048-2B68-282D-2AB4DB6E7A87}"/>
              </a:ext>
            </a:extLst>
          </p:cNvPr>
          <p:cNvCxnSpPr>
            <a:cxnSpLocks/>
          </p:cNvCxnSpPr>
          <p:nvPr/>
        </p:nvCxnSpPr>
        <p:spPr>
          <a:xfrm>
            <a:off x="3321049" y="368299"/>
            <a:ext cx="302683" cy="3005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BA6730C-4DE9-DE06-951F-CACD5A2F4125}"/>
              </a:ext>
            </a:extLst>
          </p:cNvPr>
          <p:cNvCxnSpPr>
            <a:cxnSpLocks/>
          </p:cNvCxnSpPr>
          <p:nvPr/>
        </p:nvCxnSpPr>
        <p:spPr>
          <a:xfrm flipH="1">
            <a:off x="5954713" y="430687"/>
            <a:ext cx="246510" cy="2170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3645693-57DB-955F-F6E3-E47204CC6F7E}"/>
              </a:ext>
            </a:extLst>
          </p:cNvPr>
          <p:cNvCxnSpPr>
            <a:cxnSpLocks/>
          </p:cNvCxnSpPr>
          <p:nvPr/>
        </p:nvCxnSpPr>
        <p:spPr>
          <a:xfrm flipH="1">
            <a:off x="6946900" y="343162"/>
            <a:ext cx="209010" cy="2219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D873763-1E73-2150-6D01-37ED7DB0C064}"/>
              </a:ext>
            </a:extLst>
          </p:cNvPr>
          <p:cNvCxnSpPr>
            <a:cxnSpLocks/>
          </p:cNvCxnSpPr>
          <p:nvPr/>
        </p:nvCxnSpPr>
        <p:spPr>
          <a:xfrm flipH="1">
            <a:off x="7824788" y="269052"/>
            <a:ext cx="207963" cy="2198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AB734C0-148D-3959-396F-0A4BD943995F}"/>
              </a:ext>
            </a:extLst>
          </p:cNvPr>
          <p:cNvCxnSpPr>
            <a:cxnSpLocks/>
          </p:cNvCxnSpPr>
          <p:nvPr/>
        </p:nvCxnSpPr>
        <p:spPr>
          <a:xfrm flipH="1">
            <a:off x="1671638" y="3971925"/>
            <a:ext cx="261935" cy="2349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58BD555-D84B-B960-6216-9822736BBE11}"/>
              </a:ext>
            </a:extLst>
          </p:cNvPr>
          <p:cNvCxnSpPr>
            <a:cxnSpLocks/>
          </p:cNvCxnSpPr>
          <p:nvPr/>
        </p:nvCxnSpPr>
        <p:spPr>
          <a:xfrm flipH="1">
            <a:off x="2828521" y="4046529"/>
            <a:ext cx="257595" cy="2032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0FBE948-F2A5-F0F8-6166-933F19011A86}"/>
              </a:ext>
            </a:extLst>
          </p:cNvPr>
          <p:cNvCxnSpPr>
            <a:cxnSpLocks/>
          </p:cNvCxnSpPr>
          <p:nvPr/>
        </p:nvCxnSpPr>
        <p:spPr>
          <a:xfrm>
            <a:off x="3357563" y="3867149"/>
            <a:ext cx="295275" cy="2635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E3BB382-E4C2-D917-24C2-83A6076E2999}"/>
              </a:ext>
            </a:extLst>
          </p:cNvPr>
          <p:cNvCxnSpPr>
            <a:cxnSpLocks/>
          </p:cNvCxnSpPr>
          <p:nvPr/>
        </p:nvCxnSpPr>
        <p:spPr>
          <a:xfrm flipH="1">
            <a:off x="6677025" y="3837747"/>
            <a:ext cx="210366" cy="1881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1613A71-E64B-8809-827D-B38B8B6BA6D8}"/>
              </a:ext>
            </a:extLst>
          </p:cNvPr>
          <p:cNvCxnSpPr>
            <a:cxnSpLocks/>
          </p:cNvCxnSpPr>
          <p:nvPr/>
        </p:nvCxnSpPr>
        <p:spPr>
          <a:xfrm>
            <a:off x="7157498" y="3986213"/>
            <a:ext cx="119602" cy="1619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515B86F-8850-505B-BCF5-D9128400D667}"/>
              </a:ext>
            </a:extLst>
          </p:cNvPr>
          <p:cNvCxnSpPr>
            <a:cxnSpLocks/>
          </p:cNvCxnSpPr>
          <p:nvPr/>
        </p:nvCxnSpPr>
        <p:spPr>
          <a:xfrm>
            <a:off x="7608887" y="3857627"/>
            <a:ext cx="212725" cy="2778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877C9AD-BEB5-A3B1-FE12-8D8A342AC1AB}"/>
              </a:ext>
            </a:extLst>
          </p:cNvPr>
          <p:cNvSpPr txBox="1"/>
          <p:nvPr/>
        </p:nvSpPr>
        <p:spPr>
          <a:xfrm>
            <a:off x="1566046" y="58039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986869F-E3F0-6C98-DF45-2C7BCE8E2C81}"/>
              </a:ext>
            </a:extLst>
          </p:cNvPr>
          <p:cNvSpPr txBox="1"/>
          <p:nvPr/>
        </p:nvSpPr>
        <p:spPr>
          <a:xfrm>
            <a:off x="7754878" y="402158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4CB6F65-8133-B63A-4608-21F34D7249FB}"/>
              </a:ext>
            </a:extLst>
          </p:cNvPr>
          <p:cNvSpPr txBox="1"/>
          <p:nvPr/>
        </p:nvSpPr>
        <p:spPr>
          <a:xfrm>
            <a:off x="2316620" y="472698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36579F7-1A39-8F1D-5216-4E7EABC62A52}"/>
              </a:ext>
            </a:extLst>
          </p:cNvPr>
          <p:cNvSpPr txBox="1"/>
          <p:nvPr/>
        </p:nvSpPr>
        <p:spPr>
          <a:xfrm>
            <a:off x="6635777" y="517248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07E5C2-790B-7171-1D9B-0BF7F07FEED1}"/>
              </a:ext>
            </a:extLst>
          </p:cNvPr>
          <p:cNvSpPr txBox="1"/>
          <p:nvPr/>
        </p:nvSpPr>
        <p:spPr>
          <a:xfrm>
            <a:off x="5676341" y="58039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3237FC0-0B6F-CC06-FC86-97EE45F186B9}"/>
              </a:ext>
            </a:extLst>
          </p:cNvPr>
          <p:cNvSpPr txBox="1"/>
          <p:nvPr/>
        </p:nvSpPr>
        <p:spPr>
          <a:xfrm>
            <a:off x="3529661" y="61057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9B06C6C-F21F-146B-C4E5-CBBA56D7226C}"/>
              </a:ext>
            </a:extLst>
          </p:cNvPr>
          <p:cNvSpPr txBox="1"/>
          <p:nvPr/>
        </p:nvSpPr>
        <p:spPr>
          <a:xfrm>
            <a:off x="1299378" y="417934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0FA9806-B39D-BE47-6CF9-7176CC459154}"/>
              </a:ext>
            </a:extLst>
          </p:cNvPr>
          <p:cNvSpPr txBox="1"/>
          <p:nvPr/>
        </p:nvSpPr>
        <p:spPr>
          <a:xfrm>
            <a:off x="7579341" y="446115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D09169F-0773-B706-3358-D47B78EAD71C}"/>
              </a:ext>
            </a:extLst>
          </p:cNvPr>
          <p:cNvSpPr txBox="1"/>
          <p:nvPr/>
        </p:nvSpPr>
        <p:spPr>
          <a:xfrm>
            <a:off x="3498871" y="4065072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A400F24-7C12-D072-8A54-9994F2984706}"/>
              </a:ext>
            </a:extLst>
          </p:cNvPr>
          <p:cNvSpPr txBox="1"/>
          <p:nvPr/>
        </p:nvSpPr>
        <p:spPr>
          <a:xfrm>
            <a:off x="2557074" y="4206255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045B01E-A918-06BD-ABF7-9604B0AD21E2}"/>
              </a:ext>
            </a:extLst>
          </p:cNvPr>
          <p:cNvSpPr txBox="1"/>
          <p:nvPr/>
        </p:nvSpPr>
        <p:spPr>
          <a:xfrm>
            <a:off x="7139004" y="408940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760D2B5-895D-C94D-E453-B2885A88C809}"/>
              </a:ext>
            </a:extLst>
          </p:cNvPr>
          <p:cNvSpPr txBox="1"/>
          <p:nvPr/>
        </p:nvSpPr>
        <p:spPr>
          <a:xfrm>
            <a:off x="6322484" y="3931823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135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12</Words>
  <Application>Microsoft Office PowerPoint</Application>
  <PresentationFormat>全屏显示(4:3)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1</cp:revision>
  <dcterms:created xsi:type="dcterms:W3CDTF">2024-08-01T05:44:25Z</dcterms:created>
  <dcterms:modified xsi:type="dcterms:W3CDTF">2024-08-01T05:53:04Z</dcterms:modified>
</cp:coreProperties>
</file>