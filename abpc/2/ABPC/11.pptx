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38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57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58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41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08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12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4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95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82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08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A94B4-94BD-47EC-A993-934485027A34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9DF2E-97C9-42CB-9DED-F6CC6B48E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69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3F9751C7-47E3-1466-C5F2-372EEE15D3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705" t="6979" r="9329" b="2372"/>
          <a:stretch/>
        </p:blipFill>
        <p:spPr>
          <a:xfrm>
            <a:off x="300713" y="5398"/>
            <a:ext cx="8548719" cy="6840328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1010E8D-B9C3-D986-36F1-B1DA77D5CFF9}"/>
              </a:ext>
            </a:extLst>
          </p:cNvPr>
          <p:cNvCxnSpPr>
            <a:cxnSpLocks/>
          </p:cNvCxnSpPr>
          <p:nvPr/>
        </p:nvCxnSpPr>
        <p:spPr>
          <a:xfrm flipH="1">
            <a:off x="6801784" y="219874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924050B-FE53-7E8D-30EB-07F6C44ADE06}"/>
              </a:ext>
            </a:extLst>
          </p:cNvPr>
          <p:cNvCxnSpPr>
            <a:cxnSpLocks/>
          </p:cNvCxnSpPr>
          <p:nvPr/>
        </p:nvCxnSpPr>
        <p:spPr>
          <a:xfrm flipH="1">
            <a:off x="7251600" y="3792803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01827B7-879B-383D-4FE5-153DE1BA855B}"/>
              </a:ext>
            </a:extLst>
          </p:cNvPr>
          <p:cNvCxnSpPr>
            <a:cxnSpLocks/>
          </p:cNvCxnSpPr>
          <p:nvPr/>
        </p:nvCxnSpPr>
        <p:spPr>
          <a:xfrm flipH="1">
            <a:off x="2756299" y="3792804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FD50AD4-D19D-3F59-7CBB-3AF2689A5CBD}"/>
              </a:ext>
            </a:extLst>
          </p:cNvPr>
          <p:cNvCxnSpPr>
            <a:cxnSpLocks/>
          </p:cNvCxnSpPr>
          <p:nvPr/>
        </p:nvCxnSpPr>
        <p:spPr>
          <a:xfrm flipH="1">
            <a:off x="1923453" y="221147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C346028-67C1-3379-C636-4FDE3453BD70}"/>
              </a:ext>
            </a:extLst>
          </p:cNvPr>
          <p:cNvSpPr txBox="1"/>
          <p:nvPr/>
        </p:nvSpPr>
        <p:spPr>
          <a:xfrm>
            <a:off x="2409675" y="3956700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AFBCBE-4F32-CEEA-9AEC-79C470CAEA87}"/>
              </a:ext>
            </a:extLst>
          </p:cNvPr>
          <p:cNvSpPr txBox="1"/>
          <p:nvPr/>
        </p:nvSpPr>
        <p:spPr>
          <a:xfrm>
            <a:off x="6911000" y="3970281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3F71F2-D3C2-D283-9C29-7F0BE8B9D5D1}"/>
              </a:ext>
            </a:extLst>
          </p:cNvPr>
          <p:cNvSpPr txBox="1"/>
          <p:nvPr/>
        </p:nvSpPr>
        <p:spPr>
          <a:xfrm>
            <a:off x="6455872" y="422677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26661A-AD0C-437F-E7F0-5B40EB8F7708}"/>
              </a:ext>
            </a:extLst>
          </p:cNvPr>
          <p:cNvSpPr txBox="1"/>
          <p:nvPr/>
        </p:nvSpPr>
        <p:spPr>
          <a:xfrm>
            <a:off x="1595127" y="338273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02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4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MEI FANNAO</dc:creator>
  <cp:lastModifiedBy>MEI FANNAO</cp:lastModifiedBy>
  <cp:revision>1</cp:revision>
  <dcterms:created xsi:type="dcterms:W3CDTF">2024-08-01T05:30:28Z</dcterms:created>
  <dcterms:modified xsi:type="dcterms:W3CDTF">2024-08-01T05:37:22Z</dcterms:modified>
</cp:coreProperties>
</file>