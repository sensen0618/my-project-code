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3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57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26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272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743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44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12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92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335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81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38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2064D-0B19-4ACC-83BC-50DE8ED2093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6B7E1-60E4-4947-B3CA-3D10D6AD68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63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07084ADD-D67F-FC66-5F3A-38C25171A0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37" t="7070" r="9396" b="2282"/>
          <a:stretch/>
        </p:blipFill>
        <p:spPr>
          <a:xfrm>
            <a:off x="306850" y="9525"/>
            <a:ext cx="8567130" cy="6855058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A52562E-4E43-C77A-5615-7BCB7C09C88F}"/>
              </a:ext>
            </a:extLst>
          </p:cNvPr>
          <p:cNvCxnSpPr>
            <a:cxnSpLocks/>
          </p:cNvCxnSpPr>
          <p:nvPr/>
        </p:nvCxnSpPr>
        <p:spPr>
          <a:xfrm flipH="1">
            <a:off x="1939661" y="392526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5A8C8C3-8A4F-6463-4227-45A6D1A8C9D0}"/>
              </a:ext>
            </a:extLst>
          </p:cNvPr>
          <p:cNvCxnSpPr>
            <a:cxnSpLocks/>
          </p:cNvCxnSpPr>
          <p:nvPr/>
        </p:nvCxnSpPr>
        <p:spPr>
          <a:xfrm>
            <a:off x="2871788" y="265110"/>
            <a:ext cx="266700" cy="2667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73514A9-B7EB-7A01-5792-E91EA805701C}"/>
              </a:ext>
            </a:extLst>
          </p:cNvPr>
          <p:cNvCxnSpPr>
            <a:cxnSpLocks/>
          </p:cNvCxnSpPr>
          <p:nvPr/>
        </p:nvCxnSpPr>
        <p:spPr>
          <a:xfrm flipH="1">
            <a:off x="5999163" y="422511"/>
            <a:ext cx="225214" cy="1701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0BA58E6-5A80-5202-0148-F40F23056DD6}"/>
              </a:ext>
            </a:extLst>
          </p:cNvPr>
          <p:cNvCxnSpPr>
            <a:cxnSpLocks/>
          </p:cNvCxnSpPr>
          <p:nvPr/>
        </p:nvCxnSpPr>
        <p:spPr>
          <a:xfrm>
            <a:off x="7179948" y="303655"/>
            <a:ext cx="236852" cy="2024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F90A74F-08B1-D07B-0D99-7DF2AE9A6567}"/>
              </a:ext>
            </a:extLst>
          </p:cNvPr>
          <p:cNvCxnSpPr>
            <a:cxnSpLocks/>
          </p:cNvCxnSpPr>
          <p:nvPr/>
        </p:nvCxnSpPr>
        <p:spPr>
          <a:xfrm flipH="1">
            <a:off x="2774502" y="4025213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88D382B-3471-B337-5616-2630F05D341D}"/>
              </a:ext>
            </a:extLst>
          </p:cNvPr>
          <p:cNvCxnSpPr>
            <a:cxnSpLocks/>
          </p:cNvCxnSpPr>
          <p:nvPr/>
        </p:nvCxnSpPr>
        <p:spPr>
          <a:xfrm>
            <a:off x="3393016" y="3845983"/>
            <a:ext cx="302684" cy="2328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99FDB38-1530-ACEB-F4BF-B61199B9E96B}"/>
              </a:ext>
            </a:extLst>
          </p:cNvPr>
          <p:cNvCxnSpPr>
            <a:cxnSpLocks/>
          </p:cNvCxnSpPr>
          <p:nvPr/>
        </p:nvCxnSpPr>
        <p:spPr>
          <a:xfrm flipH="1">
            <a:off x="6781866" y="3998913"/>
            <a:ext cx="398082" cy="1905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5AD3404-403E-0563-FC07-AA4309DCCA6E}"/>
              </a:ext>
            </a:extLst>
          </p:cNvPr>
          <p:cNvCxnSpPr>
            <a:cxnSpLocks/>
          </p:cNvCxnSpPr>
          <p:nvPr/>
        </p:nvCxnSpPr>
        <p:spPr>
          <a:xfrm>
            <a:off x="7625890" y="3854928"/>
            <a:ext cx="324309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B0F5A9A-8F4F-18F9-C89A-1FD780F4C5FC}"/>
              </a:ext>
            </a:extLst>
          </p:cNvPr>
          <p:cNvSpPr txBox="1"/>
          <p:nvPr/>
        </p:nvSpPr>
        <p:spPr>
          <a:xfrm>
            <a:off x="1686479" y="544084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F6111CD-DDC0-E6B3-1BB2-A0CCD1CD617F}"/>
              </a:ext>
            </a:extLst>
          </p:cNvPr>
          <p:cNvSpPr txBox="1"/>
          <p:nvPr/>
        </p:nvSpPr>
        <p:spPr>
          <a:xfrm>
            <a:off x="3009940" y="476577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D79A8B-463A-5776-9112-54183C327A04}"/>
              </a:ext>
            </a:extLst>
          </p:cNvPr>
          <p:cNvSpPr txBox="1"/>
          <p:nvPr/>
        </p:nvSpPr>
        <p:spPr>
          <a:xfrm>
            <a:off x="7880640" y="3981694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FBCCD8F-C4F4-A30B-50ED-12D879E97320}"/>
              </a:ext>
            </a:extLst>
          </p:cNvPr>
          <p:cNvSpPr txBox="1"/>
          <p:nvPr/>
        </p:nvSpPr>
        <p:spPr>
          <a:xfrm>
            <a:off x="6489349" y="4126471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CEB808F-9854-CE21-E628-7450A7302473}"/>
              </a:ext>
            </a:extLst>
          </p:cNvPr>
          <p:cNvSpPr txBox="1"/>
          <p:nvPr/>
        </p:nvSpPr>
        <p:spPr>
          <a:xfrm>
            <a:off x="5731283" y="511677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013A5A6-9E03-A60D-50C5-41AC0D000546}"/>
              </a:ext>
            </a:extLst>
          </p:cNvPr>
          <p:cNvSpPr txBox="1"/>
          <p:nvPr/>
        </p:nvSpPr>
        <p:spPr>
          <a:xfrm>
            <a:off x="7322730" y="429348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4AD7001-87F7-982F-8BC3-B1783E36CA95}"/>
              </a:ext>
            </a:extLst>
          </p:cNvPr>
          <p:cNvSpPr txBox="1"/>
          <p:nvPr/>
        </p:nvSpPr>
        <p:spPr>
          <a:xfrm>
            <a:off x="2440592" y="4173165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595DA27-F7FD-19BC-DCBE-5FAEB46460DF}"/>
              </a:ext>
            </a:extLst>
          </p:cNvPr>
          <p:cNvSpPr txBox="1"/>
          <p:nvPr/>
        </p:nvSpPr>
        <p:spPr>
          <a:xfrm>
            <a:off x="3572419" y="4019184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142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8</Words>
  <Application>Microsoft Office PowerPoint</Application>
  <PresentationFormat>全屏显示(4:3)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 FANNAO</dc:creator>
  <cp:lastModifiedBy>MEI FANNAO</cp:lastModifiedBy>
  <cp:revision>1</cp:revision>
  <dcterms:created xsi:type="dcterms:W3CDTF">2024-08-01T05:37:30Z</dcterms:created>
  <dcterms:modified xsi:type="dcterms:W3CDTF">2024-08-01T05:44:14Z</dcterms:modified>
</cp:coreProperties>
</file>