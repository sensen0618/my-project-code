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3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818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87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116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11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1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94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92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94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09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79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5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D3A1B-E71B-4335-8744-31D198301DCD}" type="datetimeFigureOut">
              <a:rPr lang="zh-CN" altLang="en-US" smtClean="0"/>
              <a:t>2024/8/1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F5347-6033-4C16-A796-C8891B4FF6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862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>
            <a:extLst>
              <a:ext uri="{FF2B5EF4-FFF2-40B4-BE49-F238E27FC236}">
                <a16:creationId xmlns:a16="http://schemas.microsoft.com/office/drawing/2014/main" id="{04A78B12-B57E-1A8F-84ED-03FED7013E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38" t="7248" r="9194" b="2192"/>
          <a:stretch/>
        </p:blipFill>
        <p:spPr>
          <a:xfrm>
            <a:off x="306850" y="0"/>
            <a:ext cx="8579278" cy="685800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29C0A65D-A27B-DA48-5F88-475516E1E4C1}"/>
              </a:ext>
            </a:extLst>
          </p:cNvPr>
          <p:cNvCxnSpPr>
            <a:cxnSpLocks/>
          </p:cNvCxnSpPr>
          <p:nvPr/>
        </p:nvCxnSpPr>
        <p:spPr>
          <a:xfrm flipH="1">
            <a:off x="1922563" y="426068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999DA3F-085E-8EDA-3D7E-14DD830601C5}"/>
              </a:ext>
            </a:extLst>
          </p:cNvPr>
          <p:cNvCxnSpPr>
            <a:cxnSpLocks/>
          </p:cNvCxnSpPr>
          <p:nvPr/>
        </p:nvCxnSpPr>
        <p:spPr>
          <a:xfrm flipH="1">
            <a:off x="2625725" y="295924"/>
            <a:ext cx="228212" cy="2851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B83B3D-490F-451A-315C-C45A04113A8F}"/>
              </a:ext>
            </a:extLst>
          </p:cNvPr>
          <p:cNvCxnSpPr>
            <a:cxnSpLocks/>
          </p:cNvCxnSpPr>
          <p:nvPr/>
        </p:nvCxnSpPr>
        <p:spPr>
          <a:xfrm flipH="1">
            <a:off x="3207296" y="397492"/>
            <a:ext cx="137502" cy="25564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24DD967-8D7B-6A01-5D7B-F99AD4CFB076}"/>
              </a:ext>
            </a:extLst>
          </p:cNvPr>
          <p:cNvCxnSpPr>
            <a:cxnSpLocks/>
          </p:cNvCxnSpPr>
          <p:nvPr/>
        </p:nvCxnSpPr>
        <p:spPr>
          <a:xfrm>
            <a:off x="3483623" y="247650"/>
            <a:ext cx="174901" cy="2776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9A5352A-CC3E-F8CE-FF5B-90D003C2AE7E}"/>
              </a:ext>
            </a:extLst>
          </p:cNvPr>
          <p:cNvCxnSpPr>
            <a:cxnSpLocks/>
          </p:cNvCxnSpPr>
          <p:nvPr/>
        </p:nvCxnSpPr>
        <p:spPr>
          <a:xfrm flipH="1">
            <a:off x="5997575" y="413368"/>
            <a:ext cx="214386" cy="2397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9EF2F00-AAAC-3392-3AC1-C8845E965173}"/>
              </a:ext>
            </a:extLst>
          </p:cNvPr>
          <p:cNvCxnSpPr>
            <a:cxnSpLocks/>
          </p:cNvCxnSpPr>
          <p:nvPr/>
        </p:nvCxnSpPr>
        <p:spPr>
          <a:xfrm flipH="1">
            <a:off x="6965950" y="321324"/>
            <a:ext cx="203834" cy="2039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7FF1046-6A33-32F1-1564-98C8F4EDFBED}"/>
              </a:ext>
            </a:extLst>
          </p:cNvPr>
          <p:cNvCxnSpPr>
            <a:cxnSpLocks/>
          </p:cNvCxnSpPr>
          <p:nvPr/>
        </p:nvCxnSpPr>
        <p:spPr>
          <a:xfrm flipH="1">
            <a:off x="7680325" y="480192"/>
            <a:ext cx="249137" cy="215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77261E4-42B8-0F67-947A-F07E30355561}"/>
              </a:ext>
            </a:extLst>
          </p:cNvPr>
          <p:cNvCxnSpPr>
            <a:cxnSpLocks/>
          </p:cNvCxnSpPr>
          <p:nvPr/>
        </p:nvCxnSpPr>
        <p:spPr>
          <a:xfrm>
            <a:off x="8039100" y="247650"/>
            <a:ext cx="177800" cy="232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62B6D93-7A31-A70A-F360-2BC60A370117}"/>
              </a:ext>
            </a:extLst>
          </p:cNvPr>
          <p:cNvCxnSpPr>
            <a:cxnSpLocks/>
          </p:cNvCxnSpPr>
          <p:nvPr/>
        </p:nvCxnSpPr>
        <p:spPr>
          <a:xfrm flipH="1">
            <a:off x="2413000" y="3862204"/>
            <a:ext cx="226898" cy="3049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9EBB9B8-1FB4-93C2-744E-339D74DABD99}"/>
              </a:ext>
            </a:extLst>
          </p:cNvPr>
          <p:cNvCxnSpPr>
            <a:cxnSpLocks/>
          </p:cNvCxnSpPr>
          <p:nvPr/>
        </p:nvCxnSpPr>
        <p:spPr>
          <a:xfrm flipH="1">
            <a:off x="2937452" y="4014701"/>
            <a:ext cx="167697" cy="28826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79565C6-62B7-0733-0286-A3ED3967B2E8}"/>
              </a:ext>
            </a:extLst>
          </p:cNvPr>
          <p:cNvCxnSpPr>
            <a:cxnSpLocks/>
          </p:cNvCxnSpPr>
          <p:nvPr/>
        </p:nvCxnSpPr>
        <p:spPr>
          <a:xfrm>
            <a:off x="3376613" y="3836988"/>
            <a:ext cx="231775" cy="2587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46ABC30-2D4A-3896-7B94-FCC1B962DDD7}"/>
              </a:ext>
            </a:extLst>
          </p:cNvPr>
          <p:cNvCxnSpPr>
            <a:cxnSpLocks/>
          </p:cNvCxnSpPr>
          <p:nvPr/>
        </p:nvCxnSpPr>
        <p:spPr>
          <a:xfrm flipH="1">
            <a:off x="1606950" y="3940134"/>
            <a:ext cx="349803" cy="227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DEDEAE0-7A18-336D-4435-D194B5542C21}"/>
              </a:ext>
            </a:extLst>
          </p:cNvPr>
          <p:cNvCxnSpPr>
            <a:cxnSpLocks/>
          </p:cNvCxnSpPr>
          <p:nvPr/>
        </p:nvCxnSpPr>
        <p:spPr>
          <a:xfrm flipH="1">
            <a:off x="6726403" y="3835400"/>
            <a:ext cx="172873" cy="2951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367F5081-8D99-22AA-CD4F-9E9DB82B8DA6}"/>
              </a:ext>
            </a:extLst>
          </p:cNvPr>
          <p:cNvCxnSpPr>
            <a:cxnSpLocks/>
          </p:cNvCxnSpPr>
          <p:nvPr/>
        </p:nvCxnSpPr>
        <p:spPr>
          <a:xfrm flipH="1">
            <a:off x="6053138" y="3874902"/>
            <a:ext cx="246615" cy="2572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C1CF016-0DE7-1A90-E50F-27E4E2175F66}"/>
              </a:ext>
            </a:extLst>
          </p:cNvPr>
          <p:cNvCxnSpPr>
            <a:cxnSpLocks/>
          </p:cNvCxnSpPr>
          <p:nvPr/>
        </p:nvCxnSpPr>
        <p:spPr>
          <a:xfrm>
            <a:off x="7169784" y="4003529"/>
            <a:ext cx="135895" cy="28589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8330C6E-8F12-0522-B0C8-CA7F3D77E600}"/>
              </a:ext>
            </a:extLst>
          </p:cNvPr>
          <p:cNvCxnSpPr>
            <a:cxnSpLocks/>
          </p:cNvCxnSpPr>
          <p:nvPr/>
        </p:nvCxnSpPr>
        <p:spPr>
          <a:xfrm>
            <a:off x="7620000" y="3862204"/>
            <a:ext cx="309462" cy="2166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DA279A79-2E9C-7CBC-7358-4C98C426B78A}"/>
              </a:ext>
            </a:extLst>
          </p:cNvPr>
          <p:cNvSpPr txBox="1"/>
          <p:nvPr/>
        </p:nvSpPr>
        <p:spPr>
          <a:xfrm>
            <a:off x="1352427" y="4116818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2BAAABC-7323-393A-EBF6-63512572216B}"/>
              </a:ext>
            </a:extLst>
          </p:cNvPr>
          <p:cNvSpPr txBox="1"/>
          <p:nvPr/>
        </p:nvSpPr>
        <p:spPr>
          <a:xfrm>
            <a:off x="2661288" y="422923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DCC7050-41AE-449A-EFEF-FC92EFD0C322}"/>
              </a:ext>
            </a:extLst>
          </p:cNvPr>
          <p:cNvSpPr txBox="1"/>
          <p:nvPr/>
        </p:nvSpPr>
        <p:spPr>
          <a:xfrm>
            <a:off x="2112123" y="409083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6018F71-9774-9D66-5A45-0A48C1FFDC4E}"/>
              </a:ext>
            </a:extLst>
          </p:cNvPr>
          <p:cNvSpPr txBox="1"/>
          <p:nvPr/>
        </p:nvSpPr>
        <p:spPr>
          <a:xfrm>
            <a:off x="3431853" y="4021940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2688F9E-49AF-40CB-9D6D-8838F6336C85}"/>
              </a:ext>
            </a:extLst>
          </p:cNvPr>
          <p:cNvSpPr txBox="1"/>
          <p:nvPr/>
        </p:nvSpPr>
        <p:spPr>
          <a:xfrm>
            <a:off x="7817871" y="4001581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7B06EF0-CC12-EBCF-57B0-ED8CE887F7CC}"/>
              </a:ext>
            </a:extLst>
          </p:cNvPr>
          <p:cNvSpPr txBox="1"/>
          <p:nvPr/>
        </p:nvSpPr>
        <p:spPr>
          <a:xfrm>
            <a:off x="7169698" y="422923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4CEE7B1-99DF-47A1-C5D5-9BE9DF0203B7}"/>
              </a:ext>
            </a:extLst>
          </p:cNvPr>
          <p:cNvSpPr txBox="1"/>
          <p:nvPr/>
        </p:nvSpPr>
        <p:spPr>
          <a:xfrm>
            <a:off x="6440661" y="4065461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51E66E6D-58B4-373E-8FB4-E1118C2DE2DE}"/>
              </a:ext>
            </a:extLst>
          </p:cNvPr>
          <p:cNvSpPr txBox="1"/>
          <p:nvPr/>
        </p:nvSpPr>
        <p:spPr>
          <a:xfrm>
            <a:off x="5744485" y="4024642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26C15E8-0BB3-0F67-7FC5-307973414275}"/>
              </a:ext>
            </a:extLst>
          </p:cNvPr>
          <p:cNvSpPr txBox="1"/>
          <p:nvPr/>
        </p:nvSpPr>
        <p:spPr>
          <a:xfrm>
            <a:off x="8140274" y="390474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67E84E5-215D-811F-0C94-F6086D553FB4}"/>
              </a:ext>
            </a:extLst>
          </p:cNvPr>
          <p:cNvSpPr txBox="1"/>
          <p:nvPr/>
        </p:nvSpPr>
        <p:spPr>
          <a:xfrm>
            <a:off x="7426235" y="626048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3D64BCB-9C5F-D334-9E31-B47FBF16FA75}"/>
              </a:ext>
            </a:extLst>
          </p:cNvPr>
          <p:cNvSpPr txBox="1"/>
          <p:nvPr/>
        </p:nvSpPr>
        <p:spPr>
          <a:xfrm>
            <a:off x="6642018" y="487059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67768AD-964B-5D20-EC06-B7A71CDFE34A}"/>
              </a:ext>
            </a:extLst>
          </p:cNvPr>
          <p:cNvSpPr txBox="1"/>
          <p:nvPr/>
        </p:nvSpPr>
        <p:spPr>
          <a:xfrm>
            <a:off x="5691629" y="581025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45CFAD2-F2DB-4102-7E90-FB659D480518}"/>
              </a:ext>
            </a:extLst>
          </p:cNvPr>
          <p:cNvSpPr txBox="1"/>
          <p:nvPr/>
        </p:nvSpPr>
        <p:spPr>
          <a:xfrm>
            <a:off x="3589954" y="471641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T4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C6D4D1A-7895-9A2A-4389-83B5033F8886}"/>
              </a:ext>
            </a:extLst>
          </p:cNvPr>
          <p:cNvSpPr txBox="1"/>
          <p:nvPr/>
        </p:nvSpPr>
        <p:spPr>
          <a:xfrm>
            <a:off x="2873386" y="562866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AF5DFB0B-DF12-4400-27A2-9B8A67E486DE}"/>
              </a:ext>
            </a:extLst>
          </p:cNvPr>
          <p:cNvSpPr txBox="1"/>
          <p:nvPr/>
        </p:nvSpPr>
        <p:spPr>
          <a:xfrm>
            <a:off x="2310461" y="487059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62470C26-8BAA-8F3A-833C-90C1AF984039}"/>
              </a:ext>
            </a:extLst>
          </p:cNvPr>
          <p:cNvSpPr txBox="1"/>
          <p:nvPr/>
        </p:nvSpPr>
        <p:spPr>
          <a:xfrm>
            <a:off x="1572345" y="581025"/>
            <a:ext cx="503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720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</TotalTime>
  <Words>16</Words>
  <Application>Microsoft Office PowerPoint</Application>
  <PresentationFormat>全屏显示(4:3)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 FANNAO</dc:creator>
  <cp:lastModifiedBy>MEI FANNAO</cp:lastModifiedBy>
  <cp:revision>2</cp:revision>
  <dcterms:created xsi:type="dcterms:W3CDTF">2024-08-01T05:53:08Z</dcterms:created>
  <dcterms:modified xsi:type="dcterms:W3CDTF">2024-08-01T06:02:52Z</dcterms:modified>
</cp:coreProperties>
</file>