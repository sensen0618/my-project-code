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2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62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1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19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77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50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50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5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15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2DC31-52B7-4D33-A4FD-342B3A70CA86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6BC1-06DA-4256-8974-5284B5121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7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273C4DB-7B56-808E-1474-0C4C5FBB8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87" t="7143" r="9033" b="2764"/>
          <a:stretch/>
        </p:blipFill>
        <p:spPr>
          <a:xfrm>
            <a:off x="255454" y="25766"/>
            <a:ext cx="8633091" cy="6832234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E0504D-6557-9D76-7C59-7C71E72A90A9}"/>
              </a:ext>
            </a:extLst>
          </p:cNvPr>
          <p:cNvCxnSpPr>
            <a:cxnSpLocks/>
          </p:cNvCxnSpPr>
          <p:nvPr/>
        </p:nvCxnSpPr>
        <p:spPr>
          <a:xfrm flipH="1">
            <a:off x="2129367" y="327366"/>
            <a:ext cx="563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30B5CE-631F-8C14-46C1-5D2446918AA7}"/>
              </a:ext>
            </a:extLst>
          </p:cNvPr>
          <p:cNvSpPr txBox="1"/>
          <p:nvPr/>
        </p:nvSpPr>
        <p:spPr>
          <a:xfrm>
            <a:off x="1810457" y="129294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3395E9-D1BC-EB50-004D-1E0F6A5DD13B}"/>
              </a:ext>
            </a:extLst>
          </p:cNvPr>
          <p:cNvSpPr txBox="1"/>
          <p:nvPr/>
        </p:nvSpPr>
        <p:spPr>
          <a:xfrm>
            <a:off x="2072403" y="618802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512735-D616-3BA9-C83C-F4DC1EABC105}"/>
              </a:ext>
            </a:extLst>
          </p:cNvPr>
          <p:cNvSpPr txBox="1"/>
          <p:nvPr/>
        </p:nvSpPr>
        <p:spPr>
          <a:xfrm>
            <a:off x="3735549" y="599539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7">
            <a:extLst>
              <a:ext uri="{FF2B5EF4-FFF2-40B4-BE49-F238E27FC236}">
                <a16:creationId xmlns:a16="http://schemas.microsoft.com/office/drawing/2014/main" id="{4F30B5CE-631F-8C14-46C1-5D2446918AA7}"/>
              </a:ext>
            </a:extLst>
          </p:cNvPr>
          <p:cNvSpPr txBox="1"/>
          <p:nvPr/>
        </p:nvSpPr>
        <p:spPr>
          <a:xfrm>
            <a:off x="3790942" y="67691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 flipH="1">
            <a:off x="2387181" y="325273"/>
            <a:ext cx="545798" cy="3806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6D400C4-D844-86C0-F298-2A2EB188D642}"/>
              </a:ext>
            </a:extLst>
          </p:cNvPr>
          <p:cNvCxnSpPr>
            <a:cxnSpLocks/>
          </p:cNvCxnSpPr>
          <p:nvPr/>
        </p:nvCxnSpPr>
        <p:spPr>
          <a:xfrm>
            <a:off x="3321050" y="280866"/>
            <a:ext cx="533488" cy="3943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50AF81D-D856-7414-5D73-5CA0AEC904D9}"/>
              </a:ext>
            </a:extLst>
          </p:cNvPr>
          <p:cNvCxnSpPr>
            <a:cxnSpLocks/>
          </p:cNvCxnSpPr>
          <p:nvPr/>
        </p:nvCxnSpPr>
        <p:spPr>
          <a:xfrm>
            <a:off x="3463923" y="248706"/>
            <a:ext cx="40860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329CF99-E06C-4788-A18E-9961DE7F6EF4}"/>
              </a:ext>
            </a:extLst>
          </p:cNvPr>
          <p:cNvSpPr txBox="1"/>
          <p:nvPr/>
        </p:nvSpPr>
        <p:spPr>
          <a:xfrm>
            <a:off x="6045020" y="111589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35EB51-905D-60C4-5E87-DE0552F85F00}"/>
              </a:ext>
            </a:extLst>
          </p:cNvPr>
          <p:cNvSpPr txBox="1"/>
          <p:nvPr/>
        </p:nvSpPr>
        <p:spPr>
          <a:xfrm>
            <a:off x="6321799" y="582234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4B7FFF5-E728-C9AE-B47F-E81190AE140F}"/>
              </a:ext>
            </a:extLst>
          </p:cNvPr>
          <p:cNvSpPr txBox="1"/>
          <p:nvPr/>
        </p:nvSpPr>
        <p:spPr>
          <a:xfrm>
            <a:off x="8305336" y="78047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7">
            <a:extLst>
              <a:ext uri="{FF2B5EF4-FFF2-40B4-BE49-F238E27FC236}">
                <a16:creationId xmlns:a16="http://schemas.microsoft.com/office/drawing/2014/main" id="{4F30B5CE-631F-8C14-46C1-5D2446918AA7}"/>
              </a:ext>
            </a:extLst>
          </p:cNvPr>
          <p:cNvSpPr txBox="1"/>
          <p:nvPr/>
        </p:nvSpPr>
        <p:spPr>
          <a:xfrm>
            <a:off x="8064468" y="497808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9C78E4D-0D03-4260-80AE-1956BAFFF9EC}"/>
              </a:ext>
            </a:extLst>
          </p:cNvPr>
          <p:cNvCxnSpPr>
            <a:cxnSpLocks/>
          </p:cNvCxnSpPr>
          <p:nvPr/>
        </p:nvCxnSpPr>
        <p:spPr>
          <a:xfrm>
            <a:off x="7778750" y="249668"/>
            <a:ext cx="609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2A4B9B5-C066-8887-D60E-1E687C1C9029}"/>
              </a:ext>
            </a:extLst>
          </p:cNvPr>
          <p:cNvCxnSpPr>
            <a:cxnSpLocks/>
          </p:cNvCxnSpPr>
          <p:nvPr/>
        </p:nvCxnSpPr>
        <p:spPr>
          <a:xfrm>
            <a:off x="7602689" y="275773"/>
            <a:ext cx="563411" cy="3110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74344F6-7529-A090-F98A-787C68F1DB09}"/>
              </a:ext>
            </a:extLst>
          </p:cNvPr>
          <p:cNvCxnSpPr>
            <a:cxnSpLocks/>
          </p:cNvCxnSpPr>
          <p:nvPr/>
        </p:nvCxnSpPr>
        <p:spPr>
          <a:xfrm flipH="1">
            <a:off x="6645804" y="302266"/>
            <a:ext cx="508877" cy="3666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9D918C2-2114-6650-F18A-A5B4E9C15C85}"/>
              </a:ext>
            </a:extLst>
          </p:cNvPr>
          <p:cNvCxnSpPr>
            <a:cxnSpLocks/>
          </p:cNvCxnSpPr>
          <p:nvPr/>
        </p:nvCxnSpPr>
        <p:spPr>
          <a:xfrm flipH="1">
            <a:off x="6378955" y="294917"/>
            <a:ext cx="540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 flipH="1">
            <a:off x="1550988" y="3848288"/>
            <a:ext cx="5199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 flipH="1">
            <a:off x="1640417" y="3871536"/>
            <a:ext cx="607483" cy="4041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>
            <a:off x="2696044" y="3897938"/>
            <a:ext cx="604077" cy="423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>
            <a:off x="2931145" y="3893002"/>
            <a:ext cx="6248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 flipH="1">
            <a:off x="6013448" y="3837333"/>
            <a:ext cx="3767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>
            <a:off x="6914823" y="3917950"/>
            <a:ext cx="468110" cy="3646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 flipH="1">
            <a:off x="6164145" y="3877886"/>
            <a:ext cx="366830" cy="3043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72C9D57-2B26-DF4B-3B68-0B4BC36E06B2}"/>
              </a:ext>
            </a:extLst>
          </p:cNvPr>
          <p:cNvCxnSpPr>
            <a:cxnSpLocks/>
          </p:cNvCxnSpPr>
          <p:nvPr/>
        </p:nvCxnSpPr>
        <p:spPr>
          <a:xfrm>
            <a:off x="7151506" y="3921125"/>
            <a:ext cx="541519" cy="111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0FC61AA-F07A-8B2E-2B83-9256834DD7B3}"/>
              </a:ext>
            </a:extLst>
          </p:cNvPr>
          <p:cNvSpPr txBox="1"/>
          <p:nvPr/>
        </p:nvSpPr>
        <p:spPr>
          <a:xfrm>
            <a:off x="7304908" y="4212034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5428018-C0D3-0CE3-A871-3B1AB59211D1}"/>
              </a:ext>
            </a:extLst>
          </p:cNvPr>
          <p:cNvSpPr txBox="1"/>
          <p:nvPr/>
        </p:nvSpPr>
        <p:spPr>
          <a:xfrm>
            <a:off x="7639770" y="3747747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57BB460-76F6-F4AA-7442-873DFAACC653}"/>
              </a:ext>
            </a:extLst>
          </p:cNvPr>
          <p:cNvSpPr txBox="1"/>
          <p:nvPr/>
        </p:nvSpPr>
        <p:spPr>
          <a:xfrm>
            <a:off x="5835732" y="4075164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AA54AB-AF60-D162-74D6-780C523CA988}"/>
              </a:ext>
            </a:extLst>
          </p:cNvPr>
          <p:cNvSpPr txBox="1"/>
          <p:nvPr/>
        </p:nvSpPr>
        <p:spPr>
          <a:xfrm>
            <a:off x="5691565" y="3680333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7D78F00-3E63-352A-6399-73AEDBED58C8}"/>
              </a:ext>
            </a:extLst>
          </p:cNvPr>
          <p:cNvSpPr txBox="1"/>
          <p:nvPr/>
        </p:nvSpPr>
        <p:spPr>
          <a:xfrm>
            <a:off x="3544145" y="3718851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E0FBB93-7820-61B7-43CC-7F78E196E629}"/>
              </a:ext>
            </a:extLst>
          </p:cNvPr>
          <p:cNvSpPr txBox="1"/>
          <p:nvPr/>
        </p:nvSpPr>
        <p:spPr>
          <a:xfrm>
            <a:off x="3244110" y="4240597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C5E8880-690F-5A05-CCCC-25E4E5B5AA59}"/>
              </a:ext>
            </a:extLst>
          </p:cNvPr>
          <p:cNvSpPr txBox="1"/>
          <p:nvPr/>
        </p:nvSpPr>
        <p:spPr>
          <a:xfrm>
            <a:off x="1305773" y="4142561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0BCE632-F6B0-116C-991A-CBDA6AA0BD1B}"/>
              </a:ext>
            </a:extLst>
          </p:cNvPr>
          <p:cNvSpPr txBox="1"/>
          <p:nvPr/>
        </p:nvSpPr>
        <p:spPr>
          <a:xfrm>
            <a:off x="1219641" y="3684768"/>
            <a:ext cx="5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11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16</Words>
  <Application>Microsoft Office PowerPoint</Application>
  <PresentationFormat>全屏显示(4:3)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5</cp:revision>
  <dcterms:created xsi:type="dcterms:W3CDTF">2024-08-01T04:26:45Z</dcterms:created>
  <dcterms:modified xsi:type="dcterms:W3CDTF">2024-08-02T08:38:49Z</dcterms:modified>
</cp:coreProperties>
</file>