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37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36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38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615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1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78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533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91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60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884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16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74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33CB5-8EFA-43F3-91BA-6ACDB3BD0D30}" type="datetimeFigureOut">
              <a:rPr lang="zh-CN" altLang="en-US" smtClean="0"/>
              <a:t>2024/8/2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FC7A6-E566-40B5-B345-FF0428A1B7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33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6487B5E8-128C-E12F-7B63-7719224D12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906" t="7117" r="9195" b="2192"/>
          <a:stretch/>
        </p:blipFill>
        <p:spPr>
          <a:xfrm>
            <a:off x="331398" y="1"/>
            <a:ext cx="8560140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D9D38EE-275D-2988-6528-02D0589F06A1}"/>
              </a:ext>
            </a:extLst>
          </p:cNvPr>
          <p:cNvSpPr txBox="1"/>
          <p:nvPr/>
        </p:nvSpPr>
        <p:spPr>
          <a:xfrm>
            <a:off x="3506475" y="336406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630EE5-0B12-9094-6371-D7FEA8335460}"/>
              </a:ext>
            </a:extLst>
          </p:cNvPr>
          <p:cNvSpPr txBox="1"/>
          <p:nvPr/>
        </p:nvSpPr>
        <p:spPr>
          <a:xfrm>
            <a:off x="2159463" y="488122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2BD383-8AB0-E1D0-95AE-E46C1F08C99C}"/>
              </a:ext>
            </a:extLst>
          </p:cNvPr>
          <p:cNvSpPr txBox="1"/>
          <p:nvPr/>
        </p:nvSpPr>
        <p:spPr>
          <a:xfrm>
            <a:off x="1817025" y="106918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98727E-E854-6885-30A5-D72C286D982F}"/>
              </a:ext>
            </a:extLst>
          </p:cNvPr>
          <p:cNvSpPr txBox="1"/>
          <p:nvPr/>
        </p:nvSpPr>
        <p:spPr>
          <a:xfrm>
            <a:off x="3160908" y="3989967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5EFFC2-5D1E-2B81-39AC-23E7B5B50C81}"/>
              </a:ext>
            </a:extLst>
          </p:cNvPr>
          <p:cNvSpPr txBox="1"/>
          <p:nvPr/>
        </p:nvSpPr>
        <p:spPr>
          <a:xfrm>
            <a:off x="2226685" y="3989576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6191F3-5999-7D90-E9D0-E281A0C1247F}"/>
              </a:ext>
            </a:extLst>
          </p:cNvPr>
          <p:cNvSpPr txBox="1"/>
          <p:nvPr/>
        </p:nvSpPr>
        <p:spPr>
          <a:xfrm>
            <a:off x="6131078" y="291584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92C2D3-4948-B54F-1BE2-F559C84F7780}"/>
              </a:ext>
            </a:extLst>
          </p:cNvPr>
          <p:cNvSpPr txBox="1"/>
          <p:nvPr/>
        </p:nvSpPr>
        <p:spPr>
          <a:xfrm>
            <a:off x="7968866" y="275899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F37EBD-45F0-A5B8-C25B-2DFC6EA6FD0C}"/>
              </a:ext>
            </a:extLst>
          </p:cNvPr>
          <p:cNvSpPr txBox="1"/>
          <p:nvPr/>
        </p:nvSpPr>
        <p:spPr>
          <a:xfrm>
            <a:off x="7252763" y="421629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2328F4C-9C8F-FB6F-1F6B-DAD6C398FC88}"/>
              </a:ext>
            </a:extLst>
          </p:cNvPr>
          <p:cNvSpPr txBox="1"/>
          <p:nvPr/>
        </p:nvSpPr>
        <p:spPr>
          <a:xfrm>
            <a:off x="1461746" y="3860790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0B7AC20-5C3C-4211-775A-74FB0ED10DAD}"/>
              </a:ext>
            </a:extLst>
          </p:cNvPr>
          <p:cNvSpPr txBox="1"/>
          <p:nvPr/>
        </p:nvSpPr>
        <p:spPr>
          <a:xfrm>
            <a:off x="6541514" y="3989576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2A6119-2097-758F-DD87-8B488C047871}"/>
              </a:ext>
            </a:extLst>
          </p:cNvPr>
          <p:cNvSpPr txBox="1"/>
          <p:nvPr/>
        </p:nvSpPr>
        <p:spPr>
          <a:xfrm>
            <a:off x="7430640" y="3959219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AC04F2-C2D2-BF15-04BB-A5ADB6C8FDCF}"/>
              </a:ext>
            </a:extLst>
          </p:cNvPr>
          <p:cNvSpPr txBox="1"/>
          <p:nvPr/>
        </p:nvSpPr>
        <p:spPr>
          <a:xfrm>
            <a:off x="5805926" y="3916762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0E87B2E-F86D-60A6-C388-900B82544906}"/>
              </a:ext>
            </a:extLst>
          </p:cNvPr>
          <p:cNvCxnSpPr>
            <a:cxnSpLocks/>
          </p:cNvCxnSpPr>
          <p:nvPr/>
        </p:nvCxnSpPr>
        <p:spPr>
          <a:xfrm flipH="1">
            <a:off x="2228850" y="276062"/>
            <a:ext cx="50168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4035D85-441F-BDDB-529F-6DF4703482E3}"/>
              </a:ext>
            </a:extLst>
          </p:cNvPr>
          <p:cNvCxnSpPr>
            <a:cxnSpLocks/>
          </p:cNvCxnSpPr>
          <p:nvPr/>
        </p:nvCxnSpPr>
        <p:spPr>
          <a:xfrm flipH="1">
            <a:off x="2511425" y="272887"/>
            <a:ext cx="457828" cy="3557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57239A4-3749-4705-282C-71ECC5542F44}"/>
              </a:ext>
            </a:extLst>
          </p:cNvPr>
          <p:cNvCxnSpPr>
            <a:cxnSpLocks/>
          </p:cNvCxnSpPr>
          <p:nvPr/>
        </p:nvCxnSpPr>
        <p:spPr>
          <a:xfrm>
            <a:off x="3359287" y="227013"/>
            <a:ext cx="288827" cy="1952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D73CB40-6084-2EF6-752A-037295850879}"/>
              </a:ext>
            </a:extLst>
          </p:cNvPr>
          <p:cNvCxnSpPr>
            <a:cxnSpLocks/>
          </p:cNvCxnSpPr>
          <p:nvPr/>
        </p:nvCxnSpPr>
        <p:spPr>
          <a:xfrm flipH="1">
            <a:off x="6513627" y="269712"/>
            <a:ext cx="426514" cy="1556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430C8CC-7409-2D19-1167-5FF8D0D8CE7D}"/>
              </a:ext>
            </a:extLst>
          </p:cNvPr>
          <p:cNvCxnSpPr>
            <a:cxnSpLocks/>
          </p:cNvCxnSpPr>
          <p:nvPr/>
        </p:nvCxnSpPr>
        <p:spPr>
          <a:xfrm>
            <a:off x="7179788" y="282249"/>
            <a:ext cx="198912" cy="2003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6D1A918-0168-3957-5842-30C9B5E0CC2C}"/>
              </a:ext>
            </a:extLst>
          </p:cNvPr>
          <p:cNvCxnSpPr>
            <a:cxnSpLocks/>
          </p:cNvCxnSpPr>
          <p:nvPr/>
        </p:nvCxnSpPr>
        <p:spPr>
          <a:xfrm>
            <a:off x="7799388" y="223838"/>
            <a:ext cx="265112" cy="1682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808DA98-340F-0EF9-203E-ADAB366925D4}"/>
              </a:ext>
            </a:extLst>
          </p:cNvPr>
          <p:cNvCxnSpPr>
            <a:cxnSpLocks/>
          </p:cNvCxnSpPr>
          <p:nvPr/>
        </p:nvCxnSpPr>
        <p:spPr>
          <a:xfrm flipH="1">
            <a:off x="1809750" y="3809580"/>
            <a:ext cx="302094" cy="1151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54DD17D-1382-ED8C-CC48-AF2053C75220}"/>
              </a:ext>
            </a:extLst>
          </p:cNvPr>
          <p:cNvCxnSpPr>
            <a:cxnSpLocks/>
          </p:cNvCxnSpPr>
          <p:nvPr/>
        </p:nvCxnSpPr>
        <p:spPr>
          <a:xfrm flipH="1">
            <a:off x="2495550" y="3865550"/>
            <a:ext cx="233674" cy="2127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EA14FDD-162B-6EF0-8879-4A4D9BBC1A7C}"/>
              </a:ext>
            </a:extLst>
          </p:cNvPr>
          <p:cNvCxnSpPr>
            <a:cxnSpLocks/>
          </p:cNvCxnSpPr>
          <p:nvPr/>
        </p:nvCxnSpPr>
        <p:spPr>
          <a:xfrm>
            <a:off x="2967665" y="3857612"/>
            <a:ext cx="269247" cy="2174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8A904B4-6A5A-4C13-0DFF-56A33569BE2D}"/>
              </a:ext>
            </a:extLst>
          </p:cNvPr>
          <p:cNvCxnSpPr>
            <a:cxnSpLocks/>
          </p:cNvCxnSpPr>
          <p:nvPr/>
        </p:nvCxnSpPr>
        <p:spPr>
          <a:xfrm flipH="1">
            <a:off x="6204411" y="3809580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37BDFEC-A06D-5502-B4D4-CB089199DDC0}"/>
              </a:ext>
            </a:extLst>
          </p:cNvPr>
          <p:cNvCxnSpPr>
            <a:cxnSpLocks/>
          </p:cNvCxnSpPr>
          <p:nvPr/>
        </p:nvCxnSpPr>
        <p:spPr>
          <a:xfrm flipH="1">
            <a:off x="6802438" y="3854436"/>
            <a:ext cx="136116" cy="2032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5390BAF-9F92-36CD-E46D-2A29DF61A7CA}"/>
              </a:ext>
            </a:extLst>
          </p:cNvPr>
          <p:cNvCxnSpPr>
            <a:cxnSpLocks/>
          </p:cNvCxnSpPr>
          <p:nvPr/>
        </p:nvCxnSpPr>
        <p:spPr>
          <a:xfrm>
            <a:off x="7179788" y="3867138"/>
            <a:ext cx="371950" cy="154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25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12</Words>
  <Application>Microsoft Office PowerPoint</Application>
  <PresentationFormat>全屏显示(4:3)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 FANNAO</dc:creator>
  <cp:lastModifiedBy>MEI FANNAO</cp:lastModifiedBy>
  <cp:revision>3</cp:revision>
  <dcterms:created xsi:type="dcterms:W3CDTF">2024-08-01T05:17:48Z</dcterms:created>
  <dcterms:modified xsi:type="dcterms:W3CDTF">2024-08-02T09:29:29Z</dcterms:modified>
</cp:coreProperties>
</file>