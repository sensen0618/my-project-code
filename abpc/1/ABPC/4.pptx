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38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BABA-E4AD-4BFA-BA0F-9359AE4961B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4230-A79B-4AA5-B64E-76886FA62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62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BABA-E4AD-4BFA-BA0F-9359AE4961B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4230-A79B-4AA5-B64E-76886FA62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76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BABA-E4AD-4BFA-BA0F-9359AE4961B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4230-A79B-4AA5-B64E-76886FA62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044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BABA-E4AD-4BFA-BA0F-9359AE4961B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4230-A79B-4AA5-B64E-76886FA62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BABA-E4AD-4BFA-BA0F-9359AE4961B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4230-A79B-4AA5-B64E-76886FA62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BABA-E4AD-4BFA-BA0F-9359AE4961B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4230-A79B-4AA5-B64E-76886FA62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40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BABA-E4AD-4BFA-BA0F-9359AE4961B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4230-A79B-4AA5-B64E-76886FA62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20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BABA-E4AD-4BFA-BA0F-9359AE4961B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4230-A79B-4AA5-B64E-76886FA62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7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BABA-E4AD-4BFA-BA0F-9359AE4961B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4230-A79B-4AA5-B64E-76886FA62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56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BABA-E4AD-4BFA-BA0F-9359AE4961B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4230-A79B-4AA5-B64E-76886FA62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18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BABA-E4AD-4BFA-BA0F-9359AE4961B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4230-A79B-4AA5-B64E-76886FA62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2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9BABA-E4AD-4BFA-BA0F-9359AE4961B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F4230-A79B-4AA5-B64E-76886FA62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58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19F2A717-6F7B-3E1B-8C20-0E22284E9E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713" t="6579" r="9193" b="2564"/>
          <a:stretch/>
        </p:blipFill>
        <p:spPr>
          <a:xfrm>
            <a:off x="337535" y="12572"/>
            <a:ext cx="8524522" cy="6826377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A472B26-8D6E-2781-31EC-38BED83AE3A8}"/>
              </a:ext>
            </a:extLst>
          </p:cNvPr>
          <p:cNvCxnSpPr>
            <a:cxnSpLocks/>
          </p:cNvCxnSpPr>
          <p:nvPr/>
        </p:nvCxnSpPr>
        <p:spPr>
          <a:xfrm flipH="1">
            <a:off x="2394888" y="256046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BF4E97E-3983-6C39-3BF2-71414014BECE}"/>
              </a:ext>
            </a:extLst>
          </p:cNvPr>
          <p:cNvSpPr txBox="1"/>
          <p:nvPr/>
        </p:nvSpPr>
        <p:spPr>
          <a:xfrm>
            <a:off x="2086556" y="380307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7FD57B3-E6BF-1B85-6413-49EDB7D5BD6F}"/>
              </a:ext>
            </a:extLst>
          </p:cNvPr>
          <p:cNvCxnSpPr>
            <a:cxnSpLocks/>
          </p:cNvCxnSpPr>
          <p:nvPr/>
        </p:nvCxnSpPr>
        <p:spPr>
          <a:xfrm flipH="1">
            <a:off x="6808135" y="255856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46DD049-4A7A-D33B-8B38-6ACF344F607D}"/>
              </a:ext>
            </a:extLst>
          </p:cNvPr>
          <p:cNvCxnSpPr>
            <a:cxnSpLocks/>
          </p:cNvCxnSpPr>
          <p:nvPr/>
        </p:nvCxnSpPr>
        <p:spPr>
          <a:xfrm flipH="1">
            <a:off x="2394329" y="3815791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3EF4223-C7FF-2501-F74A-5AA8F3630669}"/>
              </a:ext>
            </a:extLst>
          </p:cNvPr>
          <p:cNvCxnSpPr>
            <a:cxnSpLocks/>
          </p:cNvCxnSpPr>
          <p:nvPr/>
        </p:nvCxnSpPr>
        <p:spPr>
          <a:xfrm flipH="1">
            <a:off x="6807368" y="3815790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28CA434-7313-413C-716E-522784BEBD74}"/>
              </a:ext>
            </a:extLst>
          </p:cNvPr>
          <p:cNvSpPr txBox="1"/>
          <p:nvPr/>
        </p:nvSpPr>
        <p:spPr>
          <a:xfrm>
            <a:off x="6478775" y="3956700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CFAC2D-1FCD-7B46-ABA0-88899B800DC9}"/>
              </a:ext>
            </a:extLst>
          </p:cNvPr>
          <p:cNvSpPr txBox="1"/>
          <p:nvPr/>
        </p:nvSpPr>
        <p:spPr>
          <a:xfrm>
            <a:off x="2066003" y="3956700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E5FB6C-7AFD-DC59-45EC-7BB62883052A}"/>
              </a:ext>
            </a:extLst>
          </p:cNvPr>
          <p:cNvSpPr txBox="1"/>
          <p:nvPr/>
        </p:nvSpPr>
        <p:spPr>
          <a:xfrm>
            <a:off x="6478775" y="380307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127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</TotalTime>
  <Words>4</Words>
  <Application>Microsoft Office PowerPoint</Application>
  <PresentationFormat>全屏显示(4:3)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MEI FANNAO</dc:creator>
  <cp:lastModifiedBy>MEI FANNAO</cp:lastModifiedBy>
  <cp:revision>3</cp:revision>
  <dcterms:created xsi:type="dcterms:W3CDTF">2024-08-01T03:41:13Z</dcterms:created>
  <dcterms:modified xsi:type="dcterms:W3CDTF">2024-08-01T05:00:47Z</dcterms:modified>
</cp:coreProperties>
</file>