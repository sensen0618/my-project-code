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98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09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85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43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63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56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43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48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0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53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84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63DB4-C7D6-4142-B6FD-52973C9657BB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3344C-8286-4DCF-918F-F73796C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91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A313DCE5-81DA-CB75-5D40-86F061BF7B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773" t="7179" r="9261" b="2192"/>
          <a:stretch/>
        </p:blipFill>
        <p:spPr>
          <a:xfrm>
            <a:off x="295079" y="0"/>
            <a:ext cx="8572756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7722983-99C1-B858-C6C8-AD2F2D048848}"/>
              </a:ext>
            </a:extLst>
          </p:cNvPr>
          <p:cNvSpPr txBox="1"/>
          <p:nvPr/>
        </p:nvSpPr>
        <p:spPr>
          <a:xfrm>
            <a:off x="2073325" y="35490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654D78-02EA-E70A-993F-DC6E27504FCA}"/>
              </a:ext>
            </a:extLst>
          </p:cNvPr>
          <p:cNvSpPr txBox="1"/>
          <p:nvPr/>
        </p:nvSpPr>
        <p:spPr>
          <a:xfrm>
            <a:off x="3253011" y="33596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89A001-937C-957E-2B87-D2003D87164D}"/>
              </a:ext>
            </a:extLst>
          </p:cNvPr>
          <p:cNvSpPr txBox="1"/>
          <p:nvPr/>
        </p:nvSpPr>
        <p:spPr>
          <a:xfrm>
            <a:off x="6216900" y="3941243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D29FA4-676F-0497-9E43-A1694F71B186}"/>
              </a:ext>
            </a:extLst>
          </p:cNvPr>
          <p:cNvSpPr txBox="1"/>
          <p:nvPr/>
        </p:nvSpPr>
        <p:spPr>
          <a:xfrm>
            <a:off x="3454295" y="407415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94776A-618D-F59F-A1E6-2C2B6750386F}"/>
              </a:ext>
            </a:extLst>
          </p:cNvPr>
          <p:cNvSpPr txBox="1"/>
          <p:nvPr/>
        </p:nvSpPr>
        <p:spPr>
          <a:xfrm>
            <a:off x="7580661" y="395402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D9B287-EABF-3024-05D2-41DECB52AD02}"/>
              </a:ext>
            </a:extLst>
          </p:cNvPr>
          <p:cNvSpPr txBox="1"/>
          <p:nvPr/>
        </p:nvSpPr>
        <p:spPr>
          <a:xfrm>
            <a:off x="2004031" y="3926243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E861C9-4456-0679-A709-E9A6C31540DC}"/>
              </a:ext>
            </a:extLst>
          </p:cNvPr>
          <p:cNvSpPr txBox="1"/>
          <p:nvPr/>
        </p:nvSpPr>
        <p:spPr>
          <a:xfrm>
            <a:off x="7590281" y="456563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B7DF13-8946-1DB1-5B20-D03C0048AF66}"/>
              </a:ext>
            </a:extLst>
          </p:cNvPr>
          <p:cNvSpPr txBox="1"/>
          <p:nvPr/>
        </p:nvSpPr>
        <p:spPr>
          <a:xfrm>
            <a:off x="6309036" y="394653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60C1D1B-4E2C-86BB-9176-360CAF7CC592}"/>
              </a:ext>
            </a:extLst>
          </p:cNvPr>
          <p:cNvCxnSpPr>
            <a:cxnSpLocks/>
          </p:cNvCxnSpPr>
          <p:nvPr/>
        </p:nvCxnSpPr>
        <p:spPr>
          <a:xfrm flipH="1">
            <a:off x="2363548" y="204969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525CCD1-9E99-6E98-91DB-1D35BD6DE9AA}"/>
              </a:ext>
            </a:extLst>
          </p:cNvPr>
          <p:cNvCxnSpPr>
            <a:cxnSpLocks/>
          </p:cNvCxnSpPr>
          <p:nvPr/>
        </p:nvCxnSpPr>
        <p:spPr>
          <a:xfrm>
            <a:off x="2951156" y="200205"/>
            <a:ext cx="390525" cy="1855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19C5502-9DF2-1241-7D94-6BA5F5F780C2}"/>
              </a:ext>
            </a:extLst>
          </p:cNvPr>
          <p:cNvCxnSpPr>
            <a:cxnSpLocks/>
          </p:cNvCxnSpPr>
          <p:nvPr/>
        </p:nvCxnSpPr>
        <p:spPr>
          <a:xfrm flipH="1">
            <a:off x="6573688" y="196633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A67E4B9-0ED5-26C7-C583-F8F52675D4E2}"/>
              </a:ext>
            </a:extLst>
          </p:cNvPr>
          <p:cNvCxnSpPr>
            <a:cxnSpLocks/>
          </p:cNvCxnSpPr>
          <p:nvPr/>
        </p:nvCxnSpPr>
        <p:spPr>
          <a:xfrm>
            <a:off x="7160204" y="206462"/>
            <a:ext cx="522926" cy="3156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E575796-9162-7D5C-18F6-DCE6737ACE6D}"/>
              </a:ext>
            </a:extLst>
          </p:cNvPr>
          <p:cNvCxnSpPr>
            <a:cxnSpLocks/>
          </p:cNvCxnSpPr>
          <p:nvPr/>
        </p:nvCxnSpPr>
        <p:spPr>
          <a:xfrm flipH="1">
            <a:off x="2361962" y="3791661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9C790D8-230F-9688-FFAA-1E796AAA424D}"/>
              </a:ext>
            </a:extLst>
          </p:cNvPr>
          <p:cNvCxnSpPr>
            <a:cxnSpLocks/>
          </p:cNvCxnSpPr>
          <p:nvPr/>
        </p:nvCxnSpPr>
        <p:spPr>
          <a:xfrm flipH="1">
            <a:off x="6575599" y="3785306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C6918D7-C1CB-7F5B-889F-EA2A7CBBA590}"/>
              </a:ext>
            </a:extLst>
          </p:cNvPr>
          <p:cNvCxnSpPr>
            <a:cxnSpLocks/>
          </p:cNvCxnSpPr>
          <p:nvPr/>
        </p:nvCxnSpPr>
        <p:spPr>
          <a:xfrm>
            <a:off x="2948513" y="3785308"/>
            <a:ext cx="579438" cy="3469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985CB28-A809-7F7F-A774-EB54F2FEBCE7}"/>
              </a:ext>
            </a:extLst>
          </p:cNvPr>
          <p:cNvCxnSpPr>
            <a:cxnSpLocks/>
          </p:cNvCxnSpPr>
          <p:nvPr/>
        </p:nvCxnSpPr>
        <p:spPr>
          <a:xfrm>
            <a:off x="7158614" y="3794840"/>
            <a:ext cx="499486" cy="2437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0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</TotalTime>
  <Words>8</Words>
  <Application>Microsoft Office PowerPoint</Application>
  <PresentationFormat>全屏显示(4:3)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3</cp:revision>
  <dcterms:created xsi:type="dcterms:W3CDTF">2024-08-01T05:03:17Z</dcterms:created>
  <dcterms:modified xsi:type="dcterms:W3CDTF">2024-08-01T09:09:48Z</dcterms:modified>
</cp:coreProperties>
</file>